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9"/>
  </p:notesMasterIdLst>
  <p:handoutMasterIdLst>
    <p:handoutMasterId r:id="rId20"/>
  </p:handoutMasterIdLst>
  <p:sldIdLst>
    <p:sldId id="261" r:id="rId4"/>
    <p:sldId id="314" r:id="rId5"/>
    <p:sldId id="322" r:id="rId6"/>
    <p:sldId id="323" r:id="rId7"/>
    <p:sldId id="266" r:id="rId8"/>
    <p:sldId id="341" r:id="rId9"/>
    <p:sldId id="342" r:id="rId10"/>
    <p:sldId id="343" r:id="rId11"/>
    <p:sldId id="344" r:id="rId12"/>
    <p:sldId id="345" r:id="rId13"/>
    <p:sldId id="346" r:id="rId14"/>
    <p:sldId id="340" r:id="rId15"/>
    <p:sldId id="347" r:id="rId16"/>
    <p:sldId id="348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66" d="100"/>
          <a:sy n="66" d="100"/>
        </p:scale>
        <p:origin x="4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image" Target="../media/image1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  <a:endParaRPr lang="en-IN" dirty="0"/>
          </a:p>
          <a:p>
            <a:r>
              <a:rPr lang="en-IN" dirty="0"/>
              <a:t>Do not change the Template: Heading / Title of the slides</a:t>
            </a:r>
            <a:endParaRPr lang="en-IN" dirty="0"/>
          </a:p>
          <a:p>
            <a:r>
              <a:rPr lang="en-IN" dirty="0"/>
              <a:t>Do not change font style or colours</a:t>
            </a:r>
            <a:endParaRPr lang="en-IN" dirty="0"/>
          </a:p>
          <a:p>
            <a:r>
              <a:rPr lang="en-IN" dirty="0"/>
              <a:t>Do not copy paste paragraphs: use only Bullet Points</a:t>
            </a:r>
            <a:endParaRPr lang="en-IN" dirty="0"/>
          </a:p>
          <a:p>
            <a:r>
              <a:rPr lang="en-IN" dirty="0"/>
              <a:t>Maximum slide Limit is 20 only</a:t>
            </a:r>
            <a:endParaRPr lang="en-IN" dirty="0"/>
          </a:p>
          <a:p>
            <a:r>
              <a:rPr lang="en-IN" dirty="0"/>
              <a:t>As per the number of supervisor allotted adopt slide-2 or slide-3</a:t>
            </a:r>
            <a:endParaRPr lang="en-IN" dirty="0"/>
          </a:p>
          <a:p>
            <a:r>
              <a:rPr lang="en-IN" dirty="0"/>
              <a:t>Please display the required meaningful Content or images or tables </a:t>
            </a:r>
            <a:endParaRPr lang="en-IN" dirty="0"/>
          </a:p>
          <a:p>
            <a:r>
              <a:rPr lang="en-IN" dirty="0"/>
              <a:t>Change the footer accordingly using insert tab then click on header &amp; footer tab and edit it</a:t>
            </a:r>
            <a:endParaRPr lang="en-IN" dirty="0"/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Design and Development of Responsive Restaurant Website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K.Swathi Sree</a:t>
            </a:r>
            <a:endParaRPr lang="en-US" sz="9600" dirty="0"/>
          </a:p>
          <a:p>
            <a:pPr marL="0" indent="0" algn="ctr">
              <a:buNone/>
            </a:pPr>
            <a:r>
              <a:rPr lang="en-US" sz="9600" dirty="0"/>
              <a:t>Student ID: 2520030410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 err="1"/>
              <a:t>Cluster:4</a:t>
            </a:r>
            <a:endParaRPr lang="en-US" sz="11200" dirty="0"/>
          </a:p>
          <a:p>
            <a:pPr marL="0" indent="0" algn="ctr">
              <a:buNone/>
            </a:pPr>
            <a:r>
              <a:rPr lang="en-US" sz="11200" dirty="0"/>
              <a:t>Section: 14</a:t>
            </a:r>
            <a:endParaRPr lang="en-US" sz="112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</a:fld>
            <a:endParaRPr lang="en-US"/>
          </a:p>
        </p:txBody>
      </p:sp>
      <p:pic>
        <p:nvPicPr>
          <p:cNvPr id="12" name="Picture 11" descr="A picture containing shape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/>
          <p:cNvSpPr txBox="1"/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  <a:endParaRPr lang="en-US" sz="8600" dirty="0"/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Name:NM Deepika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  <a:endParaRPr lang="en-IN" dirty="0"/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701800"/>
            <a:ext cx="10515600" cy="4351338"/>
          </a:xfrm>
        </p:spPr>
        <p:txBody>
          <a:bodyPr>
            <a:normAutofit fontScale="60000"/>
          </a:bodyPr>
          <a:lstStyle/>
          <a:p>
            <a:r>
              <a:rPr lang="en-US" altLang="en-US" sz="3000" dirty="0"/>
              <a:t>Multi-Restaurant Online Food Ordering System is a web-based platform.</a:t>
            </a:r>
            <a:endParaRPr lang="en-US" altLang="en-US" sz="3000" dirty="0"/>
          </a:p>
          <a:p>
            <a:endParaRPr lang="en-US" altLang="en-US" sz="3000" dirty="0"/>
          </a:p>
          <a:p>
            <a:r>
              <a:rPr lang="en-US" altLang="en-US" sz="3000" dirty="0"/>
              <a:t>It allows users to browse and order food from multiple restaurants through a single website.</a:t>
            </a:r>
            <a:endParaRPr lang="en-US" altLang="en-US" sz="3000" dirty="0"/>
          </a:p>
          <a:p>
            <a:endParaRPr lang="en-US" altLang="en-US" sz="3000" dirty="0"/>
          </a:p>
          <a:p>
            <a:r>
              <a:rPr lang="en-US" altLang="en-US" sz="3000" dirty="0"/>
              <a:t>The main aim of the project is to make food ordering more convenient and efficient.</a:t>
            </a:r>
            <a:endParaRPr lang="en-US" altLang="en-US" sz="3000" dirty="0"/>
          </a:p>
          <a:p>
            <a:endParaRPr lang="en-US" altLang="en-US" sz="3000" dirty="0"/>
          </a:p>
          <a:p>
            <a:r>
              <a:rPr lang="en-US" altLang="en-US" sz="3000" dirty="0"/>
              <a:t>It brings different restaurants together on one platform for easy access.</a:t>
            </a:r>
            <a:endParaRPr lang="en-US" altLang="en-US" sz="3000" dirty="0"/>
          </a:p>
          <a:p>
            <a:endParaRPr lang="en-US" altLang="en-US" sz="3000" dirty="0"/>
          </a:p>
          <a:p>
            <a:r>
              <a:rPr lang="en-US" altLang="en-US" sz="3000" dirty="0"/>
              <a:t>Users can view menus from various restaurants available on the website.</a:t>
            </a:r>
            <a:endParaRPr lang="en-US" altLang="en-US" sz="3000" dirty="0"/>
          </a:p>
          <a:p>
            <a:endParaRPr lang="en-US" altLang="en-US" sz="3000" dirty="0"/>
          </a:p>
          <a:p>
            <a:r>
              <a:rPr lang="en-US" altLang="en-US" sz="3000" dirty="0"/>
              <a:t>Customers can select their preferred food items from different restaurants.</a:t>
            </a:r>
            <a:endParaRPr lang="en-US" altLang="en-US" sz="3000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457200" lvl="1" indent="-339725" algn="just"/>
            <a:r>
              <a:rPr lang="en-US" altLang="en-US" dirty="0"/>
              <a:t>In the existing system, customers usually order food from individual restaurant websites or separate food delivery applications.</a:t>
            </a:r>
            <a:endParaRPr lang="en-US" altLang="en-US" dirty="0"/>
          </a:p>
          <a:p>
            <a:pPr marL="457200" lvl="1" indent="-339725" algn="just"/>
            <a:endParaRPr lang="en-US" altLang="en-US" dirty="0"/>
          </a:p>
          <a:p>
            <a:pPr marL="457200" lvl="1" indent="-339725" algn="just"/>
            <a:r>
              <a:rPr lang="en-US" altLang="en-US" dirty="0"/>
              <a:t>Each restaurant maintains its own ordering platform.</a:t>
            </a:r>
            <a:endParaRPr lang="en-US" altLang="en-US" dirty="0"/>
          </a:p>
          <a:p>
            <a:pPr marL="457200" lvl="1" indent="-339725" algn="just"/>
            <a:endParaRPr lang="en-US" altLang="en-US" dirty="0"/>
          </a:p>
          <a:p>
            <a:pPr marL="457200" lvl="1" indent="-339725" algn="just"/>
            <a:r>
              <a:rPr lang="en-US" altLang="en-US" dirty="0"/>
              <a:t>Users must visit multiple websites or apps to browse menus from different restaurants.</a:t>
            </a:r>
            <a:endParaRPr lang="en-US" altLang="en-US" dirty="0"/>
          </a:p>
          <a:p>
            <a:pPr marL="457200" lvl="1" indent="-339725" algn="just"/>
            <a:endParaRPr lang="en-US" altLang="en-US" dirty="0"/>
          </a:p>
          <a:p>
            <a:pPr marL="457200" lvl="1" indent="-339725" algn="just"/>
            <a:r>
              <a:rPr lang="en-US" altLang="en-US" dirty="0"/>
              <a:t>Customers need to place orders separately for each restaurant.</a:t>
            </a:r>
            <a:endParaRPr lang="en-US" altLang="en-US" dirty="0"/>
          </a:p>
          <a:p>
            <a:pPr marL="457200" lvl="1" indent="-339725" algn="just"/>
            <a:endParaRPr lang="en-US" altLang="en-US" dirty="0"/>
          </a:p>
          <a:p>
            <a:pPr marL="457200" lvl="1" indent="-339725" algn="just"/>
            <a:r>
              <a:rPr lang="en-US" altLang="en-US" dirty="0"/>
              <a:t>Most systems allow the cart to contain items from only one restaurant.</a:t>
            </a:r>
            <a:endParaRPr lang="en-US" altLang="en-US" dirty="0"/>
          </a:p>
          <a:p>
            <a:pPr marL="457200" lvl="1" indent="-339725" algn="just"/>
            <a:endParaRPr lang="en-US" altLang="en-US" dirty="0"/>
          </a:p>
          <a:p>
            <a:pPr marL="457200" lvl="1" indent="-339725" algn="just"/>
            <a:r>
              <a:rPr lang="en-US" altLang="en-US" dirty="0"/>
              <a:t>Users cannot add food items from multiple restaurants into a single order.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r>
              <a:rPr lang="en-US" altLang="en-US" dirty="0"/>
              <a:t>The proposed system is a Multi-Restaurant Online Food Ordering Website.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It allows users to browse menus from different restaurants on one platform.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Users can add food items from multiple restaurants into a single cart.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system provides a centralized website where many restaurants are available.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Customers can explore different food options easily without visiting multiple websites.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Users can select items from different restaurants and view them together in one cart.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r>
              <a:rPr lang="en-US" altLang="en-US" sz="3200" dirty="0"/>
              <a:t>Web Browser Interface – Users access the platform through a web browser to browse restaurants and order food.</a:t>
            </a:r>
            <a:endParaRPr lang="en-US" altLang="en-US" sz="3200" dirty="0"/>
          </a:p>
          <a:p>
            <a:endParaRPr lang="en-US" altLang="en-US" sz="3200" dirty="0"/>
          </a:p>
          <a:p>
            <a:r>
              <a:rPr lang="en-US" altLang="en-US" sz="3200" dirty="0"/>
              <a:t>HTML Structure – HTML is used to organize the website content such as restaurant menus, food items, and navigation sections.</a:t>
            </a:r>
            <a:endParaRPr lang="en-US" altLang="en-US" sz="3200" dirty="0"/>
          </a:p>
          <a:p>
            <a:endParaRPr lang="en-US" altLang="en-US" sz="3200" dirty="0"/>
          </a:p>
          <a:p>
            <a:r>
              <a:rPr lang="en-US" altLang="en-US" sz="3200" dirty="0"/>
              <a:t>CSS Design – CSS is used to design the layout, colors, and overall appearance of the website.</a:t>
            </a:r>
            <a:endParaRPr lang="en-US" altLang="en-US" sz="3200" dirty="0"/>
          </a:p>
          <a:p>
            <a:endParaRPr lang="en-US" altLang="en-US" sz="3200" dirty="0"/>
          </a:p>
          <a:p>
            <a:r>
              <a:rPr lang="en-US" altLang="en-US" sz="3200" dirty="0"/>
              <a:t>Responsive Interface – The website adapts to different devices like mobile phones, tablets, and desktops.</a:t>
            </a:r>
            <a:endParaRPr lang="en-US" altLang="en-US" sz="3200" dirty="0"/>
          </a:p>
          <a:p>
            <a:endParaRPr lang="en-US" altLang="en-US" sz="3200" dirty="0"/>
          </a:p>
          <a:p>
            <a:r>
              <a:rPr lang="en-US" altLang="en-US" sz="3200" dirty="0"/>
              <a:t>JavaScript Interactivity – JavaScript handles actions such as adding items to the cart and updating the cart dynamically.</a:t>
            </a:r>
            <a:endParaRPr lang="en-US" altLang="en-US" sz="3200" dirty="0"/>
          </a:p>
          <a:p>
            <a:endParaRPr lang="en-US" altLang="en-US" sz="3200" dirty="0"/>
          </a:p>
          <a:p>
            <a:r>
              <a:rPr lang="en-US" altLang="en-US" sz="3200" dirty="0"/>
              <a:t>User Food Selection – Users can browse multiple restaurants, select food items, and add them to a single cart.</a:t>
            </a:r>
            <a:endParaRPr lang="en-US" altLang="en-US" sz="3200" dirty="0"/>
          </a:p>
          <a:p>
            <a:endParaRPr lang="en-US" altLang="en-US" sz="3200" dirty="0"/>
          </a:p>
          <a:p>
            <a:endParaRPr lang="en-US" altLang="en-US" sz="32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r>
              <a:rPr lang="en-US" altLang="en-US" dirty="0"/>
              <a:t>Home Module – Displays restaurant introduction, logo, navigation menu, and welcome section.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Menu Module – Shows food categories, menu items, prices, and interactive menu display.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Gallery Module – Displays images of food items and restaurant ambiance.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Reservation Module – Allows users to book tables through an online reservation form.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Contact Module – Provides contact details, address, and a contact form for user queries.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Responsive Design Module – Ensures the website works properly on mobile, tablet, and desktop screens using CSS media queries.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r>
              <a:rPr lang="en-US" altLang="en-US" dirty="0"/>
              <a:t>Develop a responsive website that allows users to browse restaurants and order food easily from different devices.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Provide an interactive user interface using HTML, CSS, and JavaScript for a better user experience.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Display restaurant menus and food items clearly so users can explore available dishes and prices.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Enable users to select food items and add them to a cart from multiple restaurants.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Implement dynamic cart functionality to update selected items before placing the order.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Ensure responsive design so the website works smoothly on mobiles, tablets, and desktops.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US" altLang="en-US" sz="4000" dirty="0"/>
              <a:t>CO1 Attainment: Internet Fundamentals, HTML &amp; Introductory CSS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Developed the basic structure of the website using HTML including navigation bar, hero section, restaurant listings, and footer.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Applied basic CSS styling for typography, colors, spacing, and layout design.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Implemented responsive webpage structure using viewport settings and organized HTML elements.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CO2 Attainment: HTML Forms, Semantic Tags &amp; CSS Layouts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Designed semantic HTML structure using elements like header, section, nav, and footer.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Implemented search bar and input elements for restaurant search functionality.</a:t>
            </a:r>
            <a:endParaRPr lang="en-US" altLang="en-US" sz="4000" dirty="0"/>
          </a:p>
          <a:p>
            <a:pPr marL="0" indent="0">
              <a:buNone/>
            </a:pPr>
            <a:endParaRPr lang="en-US" altLang="en-US" sz="4000" dirty="0"/>
          </a:p>
          <a:p>
            <a:pPr marL="0" indent="0">
              <a:buNone/>
            </a:pPr>
            <a:r>
              <a:rPr lang="en-US" altLang="en-US" sz="4000" dirty="0"/>
              <a:t>Applied advanced CSS layouts such as Flexbox/Grid and media queries to create a responsive interface.</a:t>
            </a:r>
            <a:endParaRPr lang="en-US" altLang="en-US" sz="4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en-US" altLang="en-US" dirty="0"/>
              <a:t>CO3 Attainment: JavaScript Programming Essentials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Implemented JavaScript logic for filtering restaurants and managing user interactions.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Used arrays and objects to store restaurant and food item data.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Applied functions, conditions, and loops to handle dynamic content and user actions.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CO4 Attainment: JavaScript Interactivity &amp; DOM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Used DOM manipulation to dynamically display restaurant data and update the interface.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Implemented event handling for buttons such as search, filters, cart, and theme toggle.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Managed cart updates and notifications using JavaScript events.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</a:t>
            </a:r>
            <a:endParaRPr lang="en-US" dirty="0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6690" y="1825625"/>
            <a:ext cx="5519420" cy="435165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410" y="316230"/>
            <a:ext cx="3886200" cy="2546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420" y="3194685"/>
            <a:ext cx="6520180" cy="29825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  <a:endParaRPr lang="en-US" b="1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marL="0" indent="0">
              <a:buNone/>
            </a:pPr>
            <a:r>
              <a:rPr lang="en-US" altLang="en-US" dirty="0"/>
              <a:t>The Multi-Restaurant Online Food Ordering Website was successfully developed using HTML, CSS, and JavaScript.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platform allows users to browse multiple restaurants and select food items easily.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Users can add items from different restaurants into a single cart and review them before placing an order.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Features like search, filters, sorting, and cart management improve the user experience.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website uses responsive design, making it accessible on mobile, tablet, and desktop devices.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JavaScript interactivity enables dynamic updates, event handling, and smooth user interaction.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Overall, the project demonstrates an efficient and user-friendly online food ordering system using modern web technologies.</a:t>
            </a:r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  <a:endParaRPr lang="en-US" dirty="0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1325" y="1847850"/>
            <a:ext cx="5234940" cy="435165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50" y="740410"/>
            <a:ext cx="5743575" cy="4770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  <a:endParaRPr lang="en-IN" sz="4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6838</Words>
  <Application>WPS Presentation</Application>
  <PresentationFormat>Widescreen</PresentationFormat>
  <Paragraphs>287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Google Sans</vt:lpstr>
      <vt:lpstr>Segoe Print</vt:lpstr>
      <vt:lpstr>Calibri</vt:lpstr>
      <vt:lpstr>Calibri Light</vt:lpstr>
      <vt:lpstr>Microsoft YaHei</vt:lpstr>
      <vt:lpstr>Arial Unicode MS</vt:lpstr>
      <vt:lpstr>Office Theme</vt:lpstr>
      <vt:lpstr>Custom Design</vt:lpstr>
      <vt:lpstr>INSTRUCTIONS</vt:lpstr>
      <vt:lpstr>Title: xxxxxxxxxxxxxxxxxxxxxxxxxxxxxxxxxxxxxxxxxxxxx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Conclusion</vt:lpstr>
      <vt:lpstr>Geo- Tag Photos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Swathi Kolla</cp:lastModifiedBy>
  <cp:revision>55</cp:revision>
  <dcterms:created xsi:type="dcterms:W3CDTF">2022-05-20T10:20:00Z</dcterms:created>
  <dcterms:modified xsi:type="dcterms:W3CDTF">2026-03-09T15:07:17Z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322C0B7470CE4E45A706BB4ADAC96B64_13</vt:lpwstr>
  </property>
  <property fmtid="{D5CDD505-2E9C-101B-9397-08002B2CF9AE}" pid="3" name="KSOProductBuildVer">
    <vt:lpwstr>1033-12.2.0.23196</vt:lpwstr>
  </property>
</Properties>
</file>